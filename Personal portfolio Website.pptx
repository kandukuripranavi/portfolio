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3"/>
  </p:notesMasterIdLst>
  <p:sldIdLst>
    <p:sldId id="256" r:id="rId2"/>
    <p:sldId id="260" r:id="rId3"/>
    <p:sldId id="257" r:id="rId4"/>
    <p:sldId id="258" r:id="rId5"/>
    <p:sldId id="259" r:id="rId6"/>
    <p:sldId id="287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1" r:id="rId25"/>
    <p:sldId id="264" r:id="rId26"/>
    <p:sldId id="265" r:id="rId27"/>
    <p:sldId id="262" r:id="rId28"/>
    <p:sldId id="263" r:id="rId29"/>
    <p:sldId id="266" r:id="rId30"/>
    <p:sldId id="267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3" autoAdjust="0"/>
    <p:restoredTop sz="99821" autoAdjust="0"/>
  </p:normalViewPr>
  <p:slideViewPr>
    <p:cSldViewPr>
      <p:cViewPr>
        <p:scale>
          <a:sx n="71" d="100"/>
          <a:sy n="71" d="100"/>
        </p:scale>
        <p:origin x="-1320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D6AD9-836D-48C7-BF99-78BA32835664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D7E79-41A6-4682-B327-AD150AA362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D7E79-41A6-4682-B327-AD150AA3622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3C1576-8DC5-4550-9153-91E39D93ADEB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86B7B8E-5975-44C7-8D26-8D620E012AE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kandukuripranavi.github.io/Portfolio/" TargetMode="External"/><Relationship Id="rId4" Type="http://schemas.openxmlformats.org/officeDocument/2006/relationships/hyperlink" Target="https://github.com/kandukuripranavi/Portfolio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762000"/>
            <a:ext cx="7851648" cy="1981200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5400" dirty="0" smtClean="0"/>
              <a:t>CAPSTONE PROJECT</a:t>
            </a:r>
            <a:br>
              <a:rPr lang="en-US" sz="5400" dirty="0" smtClean="0"/>
            </a:br>
            <a:r>
              <a:rPr lang="en-US" sz="5400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5400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ortfolio Website</a:t>
            </a:r>
            <a:endParaRPr lang="en-US" sz="5400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505200"/>
            <a:ext cx="7924800" cy="1752600"/>
          </a:xfrm>
        </p:spPr>
        <p:txBody>
          <a:bodyPr>
            <a:normAutofit/>
          </a:bodyPr>
          <a:lstStyle/>
          <a:p>
            <a:pPr algn="l"/>
            <a:r>
              <a:rPr lang="en-US" b="1" u="sng" dirty="0" smtClean="0"/>
              <a:t>Presented By: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1900" dirty="0" smtClean="0"/>
              <a:t>Student Name: </a:t>
            </a:r>
            <a:r>
              <a:rPr lang="en-US" sz="1900" dirty="0" err="1" smtClean="0"/>
              <a:t>Kandukuri</a:t>
            </a:r>
            <a:r>
              <a:rPr lang="en-US" sz="1900" dirty="0" smtClean="0"/>
              <a:t>. </a:t>
            </a:r>
            <a:r>
              <a:rPr lang="en-US" sz="1900" dirty="0" err="1" smtClean="0"/>
              <a:t>Pranavi</a:t>
            </a:r>
            <a:endParaRPr lang="en-US" sz="1900" dirty="0" smtClean="0"/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1900" dirty="0" smtClean="0"/>
              <a:t>College Name: </a:t>
            </a:r>
            <a:r>
              <a:rPr lang="en-US" sz="1900" dirty="0" err="1" smtClean="0"/>
              <a:t>Vaageswari</a:t>
            </a:r>
            <a:r>
              <a:rPr lang="en-US" sz="1900" dirty="0" smtClean="0"/>
              <a:t> college of engineering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1900" dirty="0" smtClean="0"/>
              <a:t>Department:  CSE(AI &amp; ML)</a:t>
            </a:r>
          </a:p>
          <a:p>
            <a:pPr marL="514350" indent="-514350" algn="l">
              <a:buFont typeface="+mj-lt"/>
              <a:buAutoNum type="arabicPeriod"/>
            </a:pPr>
            <a:endParaRPr lang="en-US" dirty="0" smtClean="0"/>
          </a:p>
          <a:p>
            <a:pPr marL="514350" indent="-514350" algn="l">
              <a:buFont typeface="+mj-lt"/>
              <a:buAutoNum type="arabicPeriod"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OUTLINE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51528"/>
            <a:ext cx="8229600" cy="4173071"/>
          </a:xfrm>
        </p:spPr>
        <p:txBody>
          <a:bodyPr/>
          <a:lstStyle/>
          <a:p>
            <a:r>
              <a:rPr lang="en-US" dirty="0" smtClean="0"/>
              <a:t>Problem statement</a:t>
            </a:r>
          </a:p>
          <a:p>
            <a:r>
              <a:rPr lang="en-US" dirty="0" smtClean="0"/>
              <a:t>System Development </a:t>
            </a:r>
            <a:r>
              <a:rPr lang="en-US" dirty="0" err="1" smtClean="0"/>
              <a:t>Apporach</a:t>
            </a:r>
            <a:endParaRPr lang="en-US" dirty="0" smtClean="0"/>
          </a:p>
          <a:p>
            <a:r>
              <a:rPr lang="en-US" dirty="0" smtClean="0"/>
              <a:t>Algorithm &amp; Deployment</a:t>
            </a:r>
          </a:p>
          <a:p>
            <a:r>
              <a:rPr lang="en-US" dirty="0" smtClean="0"/>
              <a:t>Result</a:t>
            </a:r>
          </a:p>
          <a:p>
            <a:r>
              <a:rPr lang="en-US" dirty="0" smtClean="0"/>
              <a:t>Conclusion</a:t>
            </a:r>
          </a:p>
          <a:p>
            <a:r>
              <a:rPr lang="en-US" dirty="0" smtClean="0"/>
              <a:t>Future Scope</a:t>
            </a:r>
          </a:p>
          <a:p>
            <a:r>
              <a:rPr lang="en-US" dirty="0" smtClean="0"/>
              <a:t>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114800"/>
          </a:xfrm>
        </p:spPr>
        <p:txBody>
          <a:bodyPr/>
          <a:lstStyle/>
          <a:p>
            <a:r>
              <a:rPr lang="en-US" dirty="0" smtClean="0"/>
              <a:t>Many students lack on online presence to showcase their skills.</a:t>
            </a:r>
          </a:p>
          <a:p>
            <a:r>
              <a:rPr lang="en-US" dirty="0" smtClean="0"/>
              <a:t>Traditional resumes are not interactive or visually engaging.</a:t>
            </a:r>
          </a:p>
          <a:p>
            <a:r>
              <a:rPr lang="en-US" dirty="0" smtClean="0"/>
              <a:t>Goal: Build a responsive portfolio website to overcome these limitations.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Approach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191000"/>
          </a:xfrm>
        </p:spPr>
        <p:txBody>
          <a:bodyPr/>
          <a:lstStyle/>
          <a:p>
            <a:r>
              <a:rPr lang="en-US" b="1" dirty="0" smtClean="0"/>
              <a:t>Frontend Technologies:</a:t>
            </a:r>
          </a:p>
          <a:p>
            <a:r>
              <a:rPr lang="en-US" b="1" dirty="0" smtClean="0"/>
              <a:t>HTML5 – </a:t>
            </a:r>
            <a:r>
              <a:rPr lang="en-US" dirty="0" smtClean="0"/>
              <a:t>Structure of the website.</a:t>
            </a:r>
            <a:endParaRPr lang="en-US" b="1" dirty="0" smtClean="0"/>
          </a:p>
          <a:p>
            <a:r>
              <a:rPr lang="en-US" b="1" dirty="0" smtClean="0"/>
              <a:t>CSS3 – </a:t>
            </a:r>
            <a:r>
              <a:rPr lang="en-US" dirty="0" smtClean="0"/>
              <a:t>Styling and responsive layouts.</a:t>
            </a:r>
            <a:endParaRPr lang="en-US" b="1" dirty="0" smtClean="0"/>
          </a:p>
          <a:p>
            <a:r>
              <a:rPr lang="en-US" b="1" dirty="0" smtClean="0"/>
              <a:t>Design Approach:</a:t>
            </a:r>
          </a:p>
          <a:p>
            <a:r>
              <a:rPr lang="en-US" dirty="0" smtClean="0"/>
              <a:t>Clean and user-friendly interface.</a:t>
            </a:r>
          </a:p>
          <a:p>
            <a:r>
              <a:rPr lang="en-US" dirty="0" smtClean="0"/>
              <a:t>Mobile-responsive design.</a:t>
            </a:r>
          </a:p>
          <a:p>
            <a:r>
              <a:rPr lang="en-US" dirty="0" smtClean="0"/>
              <a:t>Modular separation of HTML, CSS.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 &amp; Deployment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4038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u="sng" dirty="0" smtClean="0"/>
              <a:t>Frontend Design:</a:t>
            </a:r>
          </a:p>
          <a:p>
            <a:pPr lvl="1">
              <a:buNone/>
            </a:pPr>
            <a:r>
              <a:rPr lang="en-US" sz="2100" dirty="0" smtClean="0"/>
              <a:t>Layouts using HTML and CSS.</a:t>
            </a:r>
            <a:endParaRPr lang="en-US" sz="2100" b="1" u="sng" dirty="0" smtClean="0"/>
          </a:p>
          <a:p>
            <a:pPr marL="274320" lvl="1" indent="-274320">
              <a:buClr>
                <a:schemeClr val="accent3"/>
              </a:buClr>
              <a:buSzPct val="95000"/>
              <a:buFont typeface="Wingdings" pitchFamily="2" charset="2"/>
              <a:buChar char="v"/>
            </a:pPr>
            <a:r>
              <a:rPr lang="en-US" u="sng" dirty="0" smtClean="0"/>
              <a:t> </a:t>
            </a:r>
            <a:r>
              <a:rPr lang="en-US" b="1" u="sng" dirty="0" smtClean="0"/>
              <a:t>Interactive Features:</a:t>
            </a:r>
          </a:p>
          <a:p>
            <a:pPr marL="548640" lvl="2" indent="-274320">
              <a:buClr>
                <a:schemeClr val="accent3"/>
              </a:buClr>
              <a:buSzPct val="95000"/>
            </a:pPr>
            <a:r>
              <a:rPr lang="en-US" dirty="0" smtClean="0"/>
              <a:t>Each project has image, title, </a:t>
            </a:r>
            <a:r>
              <a:rPr lang="en-US" b="1" dirty="0" smtClean="0"/>
              <a:t>demo link</a:t>
            </a:r>
            <a:r>
              <a:rPr lang="en-US" dirty="0" smtClean="0"/>
              <a:t>.</a:t>
            </a:r>
          </a:p>
          <a:p>
            <a:pPr marL="548640" lvl="2" indent="-274320">
              <a:buClr>
                <a:schemeClr val="accent3"/>
              </a:buClr>
              <a:buSzPct val="95000"/>
            </a:pPr>
            <a:r>
              <a:rPr lang="en-US" dirty="0" smtClean="0"/>
              <a:t>Buttons like </a:t>
            </a:r>
            <a:r>
              <a:rPr lang="en-US" b="1" dirty="0" smtClean="0"/>
              <a:t>Home, About, Skills, Projects, Contact</a:t>
            </a:r>
            <a:r>
              <a:rPr lang="en-US" dirty="0" smtClean="0"/>
              <a:t>.</a:t>
            </a:r>
          </a:p>
          <a:p>
            <a:pPr marL="548640" lvl="2" indent="-274320">
              <a:buClr>
                <a:schemeClr val="accent3"/>
              </a:buClr>
              <a:buSzPct val="95000"/>
            </a:pPr>
            <a:r>
              <a:rPr lang="en-US" dirty="0" smtClean="0"/>
              <a:t>Click on Button -&gt; </a:t>
            </a:r>
            <a:r>
              <a:rPr lang="en-US" b="1" dirty="0" smtClean="0"/>
              <a:t>user navigates </a:t>
            </a:r>
            <a:r>
              <a:rPr lang="en-US" dirty="0" smtClean="0"/>
              <a:t>to corresponding section/page.</a:t>
            </a:r>
          </a:p>
          <a:p>
            <a:pPr marL="548640" lvl="2" indent="-274320">
              <a:buClr>
                <a:schemeClr val="accent3"/>
              </a:buClr>
              <a:buSzPct val="95000"/>
            </a:pPr>
            <a:r>
              <a:rPr lang="en-US" dirty="0" smtClean="0"/>
              <a:t>Contact form allows users to </a:t>
            </a:r>
            <a:r>
              <a:rPr lang="en-US" b="1" dirty="0" smtClean="0"/>
              <a:t>send messages directly</a:t>
            </a:r>
            <a:r>
              <a:rPr lang="en-US" dirty="0" smtClean="0"/>
              <a:t> to email.</a:t>
            </a:r>
          </a:p>
          <a:p>
            <a:pPr marL="548640" lvl="2" indent="-274320">
              <a:buClr>
                <a:schemeClr val="accent3"/>
              </a:buClr>
              <a:buSzPct val="95000"/>
            </a:pPr>
            <a:r>
              <a:rPr lang="en-US" b="1" dirty="0" smtClean="0"/>
              <a:t>Interactive hover effects</a:t>
            </a:r>
            <a:r>
              <a:rPr lang="en-US" dirty="0" smtClean="0"/>
              <a:t> added on projects/buttons for better user experience.</a:t>
            </a:r>
          </a:p>
          <a:p>
            <a:pPr marL="548640" lvl="2" indent="-274320">
              <a:buClr>
                <a:schemeClr val="accent3"/>
              </a:buClr>
              <a:buSzPct val="95000"/>
            </a:pPr>
            <a:endParaRPr lang="en-US" b="1" dirty="0" smtClean="0"/>
          </a:p>
          <a:p>
            <a:endParaRPr lang="en-US" dirty="0" smtClean="0"/>
          </a:p>
          <a:p>
            <a:pPr marL="274320" lvl="1" indent="-274320">
              <a:buClr>
                <a:schemeClr val="accent3"/>
              </a:buClr>
              <a:buSzPct val="95000"/>
              <a:buFont typeface="Wingdings" pitchFamily="2" charset="2"/>
              <a:buChar char="v"/>
            </a:pPr>
            <a:endParaRPr lang="en-US" b="1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b="1" u="sng" dirty="0" smtClean="0"/>
              <a:t>Testing:</a:t>
            </a:r>
          </a:p>
          <a:p>
            <a:pPr lvl="1"/>
            <a:r>
              <a:rPr lang="en-US" sz="2300" b="1" dirty="0" smtClean="0"/>
              <a:t>Cross-browser </a:t>
            </a:r>
            <a:r>
              <a:rPr lang="en-US" sz="2300" b="1" dirty="0" err="1" smtClean="0"/>
              <a:t>compatability</a:t>
            </a:r>
            <a:r>
              <a:rPr lang="en-US" sz="2300" dirty="0" smtClean="0"/>
              <a:t> ensured(Chrome, Firefox, Edge, 360 Extreme browser).</a:t>
            </a:r>
          </a:p>
          <a:p>
            <a:pPr lvl="1"/>
            <a:r>
              <a:rPr lang="en-US" sz="2300" dirty="0" smtClean="0"/>
              <a:t>Web sites adjusts for mobile, tablet, and desktop views. </a:t>
            </a:r>
            <a:r>
              <a:rPr lang="en-US" sz="2300" b="1" dirty="0" smtClean="0"/>
              <a:t>(Adjust sizes).</a:t>
            </a:r>
            <a:endParaRPr lang="en-US" sz="2300" b="1" u="sng" dirty="0" smtClean="0"/>
          </a:p>
          <a:p>
            <a:pPr>
              <a:buFont typeface="Wingdings" pitchFamily="2" charset="2"/>
              <a:buChar char="v"/>
            </a:pPr>
            <a:r>
              <a:rPr lang="en-US" b="1" u="sng" dirty="0" smtClean="0"/>
              <a:t>Deployment:</a:t>
            </a:r>
          </a:p>
          <a:p>
            <a:pPr lvl="1"/>
            <a:r>
              <a:rPr lang="en-US" sz="2300" dirty="0" smtClean="0"/>
              <a:t>Website deployed using </a:t>
            </a:r>
            <a:r>
              <a:rPr lang="en-US" sz="2300" b="1" dirty="0" err="1" smtClean="0"/>
              <a:t>GitHub</a:t>
            </a:r>
            <a:r>
              <a:rPr lang="en-US" sz="2300" dirty="0" smtClean="0"/>
              <a:t>, </a:t>
            </a:r>
            <a:r>
              <a:rPr lang="en-US" sz="2300" b="1" dirty="0" err="1" smtClean="0"/>
              <a:t>Netlify</a:t>
            </a:r>
            <a:r>
              <a:rPr lang="en-US" sz="2300" dirty="0" smtClean="0"/>
              <a:t>.</a:t>
            </a:r>
          </a:p>
          <a:p>
            <a:pPr lvl="1"/>
            <a:r>
              <a:rPr lang="en-US" sz="2300" dirty="0" smtClean="0"/>
              <a:t>Publicly accessible through a live URL.</a:t>
            </a:r>
          </a:p>
          <a:p>
            <a:pPr lvl="1"/>
            <a:r>
              <a:rPr lang="en-US" sz="2300" dirty="0" smtClean="0"/>
              <a:t>Ensures fast loading and proper rending on all devices.</a:t>
            </a: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458200" cy="438912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u="sng" dirty="0" smtClean="0"/>
              <a:t>Code </a:t>
            </a:r>
            <a:r>
              <a:rPr lang="en-US" b="1" dirty="0" smtClean="0"/>
              <a:t>:  index.html</a:t>
            </a:r>
            <a:r>
              <a:rPr lang="en-US" b="1" u="sng" dirty="0" smtClean="0"/>
              <a:t>  </a:t>
            </a:r>
          </a:p>
          <a:p>
            <a:pPr marL="514350" indent="-514350">
              <a:buFont typeface="+mj-lt"/>
              <a:buAutoNum type="arabicPeriod"/>
            </a:pPr>
            <a:endParaRPr lang="en-US" b="1" u="sng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&lt;!DOCTYPE html&gt;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&lt;html </a:t>
            </a:r>
            <a:r>
              <a:rPr lang="en-US" dirty="0" err="1" smtClean="0"/>
              <a:t>lang</a:t>
            </a:r>
            <a:r>
              <a:rPr lang="en-US" dirty="0" smtClean="0"/>
              <a:t>="en"&gt;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&lt;head&gt;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    &lt;meta </a:t>
            </a:r>
            <a:r>
              <a:rPr lang="en-US" dirty="0" err="1" smtClean="0"/>
              <a:t>charset</a:t>
            </a:r>
            <a:r>
              <a:rPr lang="en-US" dirty="0" smtClean="0"/>
              <a:t>="UTF-8"&gt;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    &lt;meta http-equiv="X-UA-Compatible" content="IE=edge"&gt;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    &lt;meta name="viewport" content="width=device-width, initial-scale=1.0"&gt;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    &lt;title&gt;Document&lt;/title&gt;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    &lt;link </a:t>
            </a:r>
            <a:r>
              <a:rPr lang="en-US" dirty="0" err="1" smtClean="0"/>
              <a:t>rel</a:t>
            </a:r>
            <a:r>
              <a:rPr lang="en-US" dirty="0" smtClean="0"/>
              <a:t>="</a:t>
            </a:r>
            <a:r>
              <a:rPr lang="en-US" dirty="0" err="1" smtClean="0"/>
              <a:t>stylesheet</a:t>
            </a:r>
            <a:r>
              <a:rPr lang="en-US" dirty="0" smtClean="0"/>
              <a:t>" </a:t>
            </a:r>
            <a:r>
              <a:rPr lang="en-US" dirty="0" err="1" smtClean="0"/>
              <a:t>href</a:t>
            </a:r>
            <a:r>
              <a:rPr lang="en-US" dirty="0" smtClean="0"/>
              <a:t>="https://cdnjs.cloudflare.com/ajax/libs/font-            		awesome/7.0.0/</a:t>
            </a:r>
            <a:r>
              <a:rPr lang="en-US" dirty="0" err="1" smtClean="0"/>
              <a:t>css</a:t>
            </a:r>
            <a:r>
              <a:rPr lang="en-US" dirty="0" smtClean="0"/>
              <a:t>/</a:t>
            </a:r>
            <a:r>
              <a:rPr lang="en-US" dirty="0" err="1" smtClean="0"/>
              <a:t>all.min.css</a:t>
            </a:r>
            <a:r>
              <a:rPr lang="en-US" dirty="0" smtClean="0"/>
              <a:t>"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             	integrity="sha512-DxV+EoADOkOygM4IR9yXP8Sb2qwgid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                      EmeqAEmDKIOfPRQZOWbXCzLC6vjbZyy0vPisbH2SyW27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                      +</a:t>
            </a:r>
            <a:r>
              <a:rPr lang="en-US" dirty="0" err="1" smtClean="0"/>
              <a:t>ddLVCN+OMzQ</a:t>
            </a:r>
            <a:r>
              <a:rPr lang="en-US" dirty="0" smtClean="0"/>
              <a:t>=="</a:t>
            </a:r>
            <a:r>
              <a:rPr lang="en-US" dirty="0" err="1" smtClean="0"/>
              <a:t>crossorigin</a:t>
            </a:r>
            <a:r>
              <a:rPr lang="en-US" dirty="0" smtClean="0"/>
              <a:t>="anonymous"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                      </a:t>
            </a:r>
            <a:r>
              <a:rPr lang="en-US" dirty="0" err="1" smtClean="0"/>
              <a:t>referrerpolicy</a:t>
            </a:r>
            <a:r>
              <a:rPr lang="en-US" dirty="0" smtClean="0"/>
              <a:t>="no-referrer" /&gt;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    &lt;link </a:t>
            </a:r>
            <a:r>
              <a:rPr lang="en-US" dirty="0" err="1" smtClean="0"/>
              <a:t>rel</a:t>
            </a:r>
            <a:r>
              <a:rPr lang="en-US" dirty="0" smtClean="0"/>
              <a:t>="</a:t>
            </a:r>
            <a:r>
              <a:rPr lang="en-US" dirty="0" err="1" smtClean="0"/>
              <a:t>stylesheet</a:t>
            </a:r>
            <a:r>
              <a:rPr lang="en-US" dirty="0" smtClean="0"/>
              <a:t>" </a:t>
            </a:r>
            <a:r>
              <a:rPr lang="en-US" dirty="0" err="1" smtClean="0"/>
              <a:t>href</a:t>
            </a:r>
            <a:r>
              <a:rPr lang="en-US" dirty="0" smtClean="0"/>
              <a:t>="sty.css"/&gt;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None/>
            </a:pPr>
            <a:endParaRPr lang="en-US" b="1" u="sng" dirty="0" smtClean="0"/>
          </a:p>
          <a:p>
            <a:pPr>
              <a:buNone/>
            </a:pPr>
            <a:endParaRPr lang="en-US" b="1" u="sng" dirty="0" smtClean="0"/>
          </a:p>
          <a:p>
            <a:pPr>
              <a:buNone/>
            </a:pPr>
            <a:endParaRPr lang="en-US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&lt;/head&gt;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&lt;body&gt;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&lt;header class="back" id="back"&gt;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&lt;div class="container"&gt;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&lt;div class="logo"&gt;</a:t>
            </a:r>
            <a:r>
              <a:rPr lang="en-US" dirty="0" err="1" smtClean="0"/>
              <a:t>Kandukuri.Pranavi</a:t>
            </a:r>
            <a:r>
              <a:rPr lang="en-US" dirty="0" smtClean="0"/>
              <a:t>&lt;/div&gt;      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&lt;!-- Hamburger icon --&gt;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&lt;input type="checkbox" id="menu-toggle" /&gt;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&lt;label for="menu-toggle" class="hamburger"&gt;&amp;#9776;&lt;/label&gt;      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&lt;!-- Navigation links --&gt;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&lt;</a:t>
            </a:r>
            <a:r>
              <a:rPr lang="en-US" dirty="0" err="1" smtClean="0"/>
              <a:t>nav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  &lt;</a:t>
            </a:r>
            <a:r>
              <a:rPr lang="en-US" dirty="0" err="1" smtClean="0"/>
              <a:t>ul</a:t>
            </a:r>
            <a:r>
              <a:rPr lang="en-US" dirty="0" smtClean="0"/>
              <a:t> class="</a:t>
            </a:r>
            <a:r>
              <a:rPr lang="en-US" dirty="0" err="1" smtClean="0"/>
              <a:t>nav</a:t>
            </a:r>
            <a:r>
              <a:rPr lang="en-US" dirty="0" smtClean="0"/>
              <a:t>-links"&gt;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    &lt;</a:t>
            </a:r>
            <a:r>
              <a:rPr lang="en-US" dirty="0" err="1" smtClean="0"/>
              <a:t>li</a:t>
            </a:r>
            <a:r>
              <a:rPr lang="en-US" dirty="0" smtClean="0"/>
              <a:t>&gt;&lt;a </a:t>
            </a:r>
            <a:r>
              <a:rPr lang="en-US" dirty="0" err="1" smtClean="0"/>
              <a:t>href</a:t>
            </a:r>
            <a:r>
              <a:rPr lang="en-US" dirty="0" smtClean="0"/>
              <a:t>="#hero"&gt;Home&lt;/a&gt;&lt;/</a:t>
            </a:r>
            <a:r>
              <a:rPr lang="en-US" dirty="0" err="1" smtClean="0"/>
              <a:t>li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    &lt;</a:t>
            </a:r>
            <a:r>
              <a:rPr lang="en-US" dirty="0" err="1" smtClean="0"/>
              <a:t>li</a:t>
            </a:r>
            <a:r>
              <a:rPr lang="en-US" dirty="0" smtClean="0"/>
              <a:t>&gt;&lt;a </a:t>
            </a:r>
            <a:r>
              <a:rPr lang="en-US" dirty="0" err="1" smtClean="0"/>
              <a:t>href</a:t>
            </a:r>
            <a:r>
              <a:rPr lang="en-US" dirty="0" smtClean="0"/>
              <a:t>="#About"&gt;About&lt;/a&gt;&lt;/</a:t>
            </a:r>
            <a:r>
              <a:rPr lang="en-US" dirty="0" err="1" smtClean="0"/>
              <a:t>li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    &lt;</a:t>
            </a:r>
            <a:r>
              <a:rPr lang="en-US" dirty="0" err="1" smtClean="0"/>
              <a:t>li</a:t>
            </a:r>
            <a:r>
              <a:rPr lang="en-US" dirty="0" smtClean="0"/>
              <a:t>&gt;&lt;a </a:t>
            </a:r>
            <a:r>
              <a:rPr lang="en-US" dirty="0" err="1" smtClean="0"/>
              <a:t>href</a:t>
            </a:r>
            <a:r>
              <a:rPr lang="en-US" dirty="0" smtClean="0"/>
              <a:t>="#Skills"&gt;Skills&lt;/a&gt;&lt;/</a:t>
            </a:r>
            <a:r>
              <a:rPr lang="en-US" dirty="0" err="1" smtClean="0"/>
              <a:t>li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&lt;</a:t>
            </a:r>
            <a:r>
              <a:rPr lang="en-US" dirty="0" err="1" smtClean="0"/>
              <a:t>li</a:t>
            </a:r>
            <a:r>
              <a:rPr lang="en-US" dirty="0" smtClean="0"/>
              <a:t>&gt;&lt;a </a:t>
            </a:r>
            <a:r>
              <a:rPr lang="en-US" dirty="0" err="1" smtClean="0"/>
              <a:t>href</a:t>
            </a:r>
            <a:r>
              <a:rPr lang="en-US" dirty="0" smtClean="0"/>
              <a:t>="#Projects"&gt;Projects&lt;/a&gt;&lt;/</a:t>
            </a:r>
            <a:r>
              <a:rPr lang="en-US" dirty="0" err="1" smtClean="0"/>
              <a:t>li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    &lt;</a:t>
            </a:r>
            <a:r>
              <a:rPr lang="en-US" dirty="0" err="1" smtClean="0"/>
              <a:t>li</a:t>
            </a:r>
            <a:r>
              <a:rPr lang="en-US" dirty="0" smtClean="0"/>
              <a:t>&gt;&lt;a </a:t>
            </a:r>
            <a:r>
              <a:rPr lang="en-US" dirty="0" err="1" smtClean="0"/>
              <a:t>href</a:t>
            </a:r>
            <a:r>
              <a:rPr lang="en-US" dirty="0" smtClean="0"/>
              <a:t>="#contact"&gt;Contact&lt;/a&gt;&lt;/</a:t>
            </a:r>
            <a:r>
              <a:rPr lang="en-US" dirty="0" err="1" smtClean="0"/>
              <a:t>li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  &lt;/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  &lt;/</a:t>
            </a:r>
            <a:r>
              <a:rPr lang="en-US" dirty="0" err="1" smtClean="0"/>
              <a:t>nav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    &lt;/div&gt;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 smtClean="0"/>
              <a:t>    &lt;/header&gt;</a:t>
            </a:r>
          </a:p>
          <a:p>
            <a:pPr marL="514350" indent="-514350">
              <a:buFont typeface="+mj-lt"/>
              <a:buAutoNum type="arabicPeriod" startAt="14"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 startAt="34"/>
            </a:pPr>
            <a:endParaRPr lang="en-US" dirty="0" smtClean="0"/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&lt;section class="hero" id="hero"&gt;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&lt;div class="profile"&gt;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="women.jpg" alt="profile"&gt;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&lt;/div&gt;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&lt;div class="text-content"&gt;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&lt;h2&gt;Hello, I'm&lt;/h2&gt;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&lt;h1&gt;</a:t>
            </a:r>
            <a:r>
              <a:rPr lang="en-US" dirty="0" err="1" smtClean="0"/>
              <a:t>kandukuri</a:t>
            </a:r>
            <a:r>
              <a:rPr lang="en-US" dirty="0" smtClean="0"/>
              <a:t> </a:t>
            </a:r>
            <a:r>
              <a:rPr lang="en-US" dirty="0" err="1" smtClean="0"/>
              <a:t>pranavi</a:t>
            </a:r>
            <a:r>
              <a:rPr lang="en-US" dirty="0" smtClean="0"/>
              <a:t>&lt;/h1&gt; 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&lt;h3&gt;And I'm a &lt;span class="highlight"&gt;Front-end developer&lt;/span&gt;&lt;/h3&gt;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&lt;p&gt;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    Hi I'm </a:t>
            </a:r>
            <a:r>
              <a:rPr lang="en-US" dirty="0" err="1" smtClean="0"/>
              <a:t>Kandukuri</a:t>
            </a:r>
            <a:r>
              <a:rPr lang="en-US" dirty="0" smtClean="0"/>
              <a:t> </a:t>
            </a:r>
            <a:r>
              <a:rPr lang="en-US" dirty="0" err="1" smtClean="0"/>
              <a:t>pranavi</a:t>
            </a:r>
            <a:r>
              <a:rPr lang="en-US" dirty="0" smtClean="0"/>
              <a:t>, a passionate front-end developer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    specializing in </a:t>
            </a:r>
            <a:r>
              <a:rPr lang="en-US" dirty="0" err="1" smtClean="0"/>
              <a:t>traslating</a:t>
            </a:r>
            <a:r>
              <a:rPr lang="en-US" dirty="0" smtClean="0"/>
              <a:t> design ideas into responsive </a:t>
            </a:r>
            <a:r>
              <a:rPr lang="en-US" dirty="0" err="1" smtClean="0"/>
              <a:t>webpages</a:t>
            </a:r>
            <a:r>
              <a:rPr lang="en-US" dirty="0" smtClean="0"/>
              <a:t> 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    using HTML, CSS, JavaScript.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&lt;/p&gt;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&lt;div class="icons"&gt;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    &lt;a </a:t>
            </a:r>
            <a:r>
              <a:rPr lang="en-US" dirty="0" err="1" smtClean="0"/>
              <a:t>href</a:t>
            </a:r>
            <a:r>
              <a:rPr lang="en-US" dirty="0" smtClean="0"/>
              <a:t>="mailto:pranavikandukuri3@gmail.com" target="_blank"&gt;&lt;</a:t>
            </a:r>
            <a:r>
              <a:rPr lang="en-US" dirty="0" err="1" smtClean="0"/>
              <a:t>img</a:t>
            </a:r>
            <a:r>
              <a:rPr lang="en-US" dirty="0" smtClean="0"/>
              <a:t>           		</a:t>
            </a:r>
            <a:r>
              <a:rPr lang="en-US" dirty="0" err="1" smtClean="0"/>
              <a:t>src</a:t>
            </a:r>
            <a:r>
              <a:rPr lang="en-US" dirty="0" smtClean="0"/>
              <a:t>="email.png" alt="E-mail"&gt;&lt;/a&gt;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    &lt;a </a:t>
            </a:r>
            <a:r>
              <a:rPr lang="en-US" dirty="0" err="1" smtClean="0"/>
              <a:t>href</a:t>
            </a:r>
            <a:r>
              <a:rPr lang="en-US" dirty="0" smtClean="0"/>
              <a:t>="https://www.linkedin.com/in/pranavi-kandukuri-5654a8326" 		target="_blank"&gt;&lt;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="linkedin.png" alt="LinkedIn"&gt;&lt;/a&gt;</a:t>
            </a:r>
          </a:p>
          <a:p>
            <a:pPr marL="514350" indent="-514350">
              <a:buFont typeface="+mj-lt"/>
              <a:buAutoNum type="arabicPeriod" startAt="34"/>
            </a:pPr>
            <a:r>
              <a:rPr lang="en-US" dirty="0" smtClean="0"/>
              <a:t>                &lt;a </a:t>
            </a:r>
            <a:r>
              <a:rPr lang="en-US" dirty="0" err="1" smtClean="0"/>
              <a:t>href</a:t>
            </a:r>
            <a:r>
              <a:rPr lang="en-US" dirty="0" smtClean="0"/>
              <a:t>="https://github.com/kandukuripranavi" target="_blank"&gt;&lt;</a:t>
            </a:r>
            <a:r>
              <a:rPr lang="en-US" dirty="0" err="1" smtClean="0"/>
              <a:t>img</a:t>
            </a:r>
            <a:r>
              <a:rPr lang="en-US" dirty="0" smtClean="0"/>
              <a:t> 		</a:t>
            </a:r>
            <a:r>
              <a:rPr lang="en-US" dirty="0" err="1" smtClean="0"/>
              <a:t>src</a:t>
            </a:r>
            <a:r>
              <a:rPr lang="en-US" dirty="0" smtClean="0"/>
              <a:t>="</a:t>
            </a:r>
            <a:r>
              <a:rPr lang="en-US" dirty="0" err="1" smtClean="0"/>
              <a:t>github.webp</a:t>
            </a:r>
            <a:r>
              <a:rPr lang="en-US" dirty="0" smtClean="0"/>
              <a:t>" alt="</a:t>
            </a:r>
            <a:r>
              <a:rPr lang="en-US" dirty="0" err="1" smtClean="0"/>
              <a:t>GitHub</a:t>
            </a:r>
            <a:r>
              <a:rPr lang="en-US" dirty="0" smtClean="0"/>
              <a:t>"&gt;&lt;/a&gt;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54102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&lt;/div&gt;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    &lt;/div&gt;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&lt;/section&gt;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&lt;div class="next1"&gt;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    &lt;a </a:t>
            </a:r>
            <a:r>
              <a:rPr lang="en-US" sz="1700" dirty="0" err="1" smtClean="0"/>
              <a:t>href</a:t>
            </a:r>
            <a:r>
              <a:rPr lang="en-US" sz="1700" dirty="0" smtClean="0"/>
              <a:t>="#About"&gt;NEXT&lt;/a&gt;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&lt;/div&gt;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&lt;section class="hero2" id="About"&gt;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    &lt;div class="sec2"&gt;&lt;u&gt;About&lt;/u&gt;&lt;/div&gt;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    &lt;div class="About"&gt;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        &lt;div class="sec2-1"&gt;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            &lt;</a:t>
            </a:r>
            <a:r>
              <a:rPr lang="en-US" sz="1700" dirty="0" err="1" smtClean="0"/>
              <a:t>img</a:t>
            </a:r>
            <a:r>
              <a:rPr lang="en-US" sz="1700" dirty="0" smtClean="0"/>
              <a:t> </a:t>
            </a:r>
            <a:r>
              <a:rPr lang="en-US" sz="1700" dirty="0" err="1" smtClean="0"/>
              <a:t>src</a:t>
            </a:r>
            <a:r>
              <a:rPr lang="en-US" sz="1700" dirty="0" smtClean="0"/>
              <a:t>="women.jpg" alt="profile"&gt;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        &lt;/div&gt;</a:t>
            </a:r>
          </a:p>
          <a:p>
            <a:pPr marL="514350" indent="-514350">
              <a:buFont typeface="+mj-lt"/>
              <a:buAutoNum type="arabicPeriod" startAt="51"/>
            </a:pPr>
            <a:r>
              <a:rPr lang="en-US" sz="1700" dirty="0" smtClean="0"/>
              <a:t>            &lt;div class="sec2-2"&gt;</a:t>
            </a:r>
          </a:p>
          <a:p>
            <a:pPr marL="514350" indent="-514350">
              <a:buFont typeface="+mj-lt"/>
              <a:buAutoNum type="arabicPeriod" startAt="64"/>
            </a:pPr>
            <a:r>
              <a:rPr lang="en-US" sz="1700" dirty="0" smtClean="0"/>
              <a:t>&lt;p&gt;</a:t>
            </a:r>
          </a:p>
          <a:p>
            <a:pPr marL="514350" indent="-514350">
              <a:buFont typeface="+mj-lt"/>
              <a:buAutoNum type="arabicPeriod" startAt="64"/>
            </a:pPr>
            <a:r>
              <a:rPr lang="en-US" sz="1700" dirty="0" smtClean="0"/>
              <a:t>          I'm </a:t>
            </a:r>
            <a:r>
              <a:rPr lang="en-US" sz="1700" dirty="0" err="1" smtClean="0"/>
              <a:t>Kandukuri.pranavi</a:t>
            </a:r>
            <a:r>
              <a:rPr lang="en-US" sz="1700" dirty="0" smtClean="0"/>
              <a:t>, a passionate Computer Science and Machine Learning    Student Currently in my final year at </a:t>
            </a:r>
            <a:r>
              <a:rPr lang="en-US" sz="1700" dirty="0" err="1" smtClean="0"/>
              <a:t>Vaageswari</a:t>
            </a:r>
            <a:r>
              <a:rPr lang="en-US" sz="1700" dirty="0" smtClean="0"/>
              <a:t> college of engineering. I love </a:t>
            </a:r>
            <a:r>
              <a:rPr lang="en-US" sz="1700" dirty="0" err="1" smtClean="0"/>
              <a:t>turnig</a:t>
            </a:r>
            <a:r>
              <a:rPr lang="en-US" sz="1700" dirty="0" smtClean="0"/>
              <a:t> ideas into reality through code. My journey in tech has led me to explore python, web development (HTML, CSS, JavaScript, Node.js), and Strong </a:t>
            </a:r>
            <a:r>
              <a:rPr lang="en-US" sz="1700" dirty="0" err="1" smtClean="0"/>
              <a:t>intret</a:t>
            </a:r>
            <a:r>
              <a:rPr lang="en-US" sz="1700" dirty="0" smtClean="0"/>
              <a:t> in AI, Machine Learning, and deep Learning. I have developed different type of Projects, such as Machine Learning based live vehicle tracking and counting system and </a:t>
            </a:r>
            <a:r>
              <a:rPr lang="en-US" sz="1700" dirty="0" err="1" smtClean="0"/>
              <a:t>EyeDeep</a:t>
            </a:r>
            <a:r>
              <a:rPr lang="en-US" sz="1700" dirty="0" smtClean="0"/>
              <a:t>-Net, a deep Learning-powered multiclass retinal disease</a:t>
            </a:r>
            <a:r>
              <a:rPr lang="en-US" sz="1400" dirty="0" smtClean="0"/>
              <a:t> </a:t>
            </a:r>
            <a:r>
              <a:rPr lang="en-US" sz="1700" dirty="0" smtClean="0"/>
              <a:t>diagnosis  solution  </a:t>
            </a:r>
            <a:r>
              <a:rPr lang="en-US" sz="1700" dirty="0" err="1" smtClean="0"/>
              <a:t>ihave</a:t>
            </a:r>
            <a:r>
              <a:rPr lang="en-US" sz="1700" dirty="0" smtClean="0"/>
              <a:t> also build an interactive web pages and portfolio websites.&lt;</a:t>
            </a:r>
            <a:r>
              <a:rPr lang="en-US" sz="1700" dirty="0" err="1" smtClean="0"/>
              <a:t>br</a:t>
            </a:r>
            <a:r>
              <a:rPr lang="en-US" sz="1700" dirty="0" smtClean="0"/>
              <a:t>&gt;</a:t>
            </a:r>
            <a:endParaRPr lang="en-US" dirty="0" smtClean="0"/>
          </a:p>
          <a:p>
            <a:pPr marL="514350" indent="-514350">
              <a:buFont typeface="+mj-lt"/>
              <a:buAutoNum type="arabicPeriod" startAt="51"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 startAt="66"/>
            </a:pPr>
            <a:r>
              <a:rPr lang="en-US" sz="1600" dirty="0" smtClean="0"/>
              <a:t>        I'm passionate about solving real world problems through technology and strive to   create solutions that are technically robust, user-friendly, and visually appealing with a strong commitment to </a:t>
            </a:r>
            <a:r>
              <a:rPr lang="en-US" sz="1600" dirty="0" err="1" smtClean="0"/>
              <a:t>continuos</a:t>
            </a:r>
            <a:r>
              <a:rPr lang="en-US" sz="1600" dirty="0" smtClean="0"/>
              <a:t> Learning, </a:t>
            </a:r>
            <a:r>
              <a:rPr lang="en-US" sz="1600" dirty="0" err="1" smtClean="0"/>
              <a:t>i</a:t>
            </a:r>
            <a:r>
              <a:rPr lang="en-US" sz="1600" dirty="0" smtClean="0"/>
              <a:t> enjoy taking on challenges that enhance both my technically skills and creative thinking.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en-US" sz="1600" dirty="0" smtClean="0"/>
              <a:t> &lt;/p&gt;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en-US" sz="1600" dirty="0" smtClean="0"/>
              <a:t>            &lt;/div&gt;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en-US" sz="1600" dirty="0" smtClean="0"/>
              <a:t>        &lt;/div&gt;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en-US" sz="1600" dirty="0" smtClean="0"/>
              <a:t>        &lt;div class="next2"&gt;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en-US" sz="1600" dirty="0" smtClean="0"/>
              <a:t>            &lt;a </a:t>
            </a:r>
            <a:r>
              <a:rPr lang="en-US" sz="1600" dirty="0" err="1" smtClean="0"/>
              <a:t>href</a:t>
            </a:r>
            <a:r>
              <a:rPr lang="en-US" sz="1600" dirty="0" smtClean="0"/>
              <a:t>="#Skills"&gt;NEXT&lt;/a&gt;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en-US" sz="1600" dirty="0" smtClean="0"/>
              <a:t>        &lt;/div&gt;</a:t>
            </a:r>
          </a:p>
          <a:p>
            <a:pPr marL="342900" indent="-342900">
              <a:buFont typeface="+mj-lt"/>
              <a:buAutoNum type="arabicPeriod" startAt="66"/>
            </a:pPr>
            <a:r>
              <a:rPr lang="en-US" sz="1600" dirty="0" smtClean="0"/>
              <a:t>    &lt;/section&gt;</a:t>
            </a:r>
          </a:p>
          <a:p>
            <a:pPr marL="342900" indent="-342900">
              <a:buFont typeface="+mj-lt"/>
              <a:buAutoNum type="arabicPeriod" startAt="77"/>
            </a:pPr>
            <a:r>
              <a:rPr lang="en-US" sz="1600" dirty="0" smtClean="0"/>
              <a:t>  &lt;section class="hero3" id="Skills"&gt;</a:t>
            </a:r>
          </a:p>
          <a:p>
            <a:pPr marL="342900" indent="-342900">
              <a:buFont typeface="+mj-lt"/>
              <a:buAutoNum type="arabicPeriod" startAt="77"/>
            </a:pPr>
            <a:r>
              <a:rPr lang="en-US" sz="1600" dirty="0" smtClean="0"/>
              <a:t>        &lt;div class="part3"&gt;&lt;u&gt;Skills&lt;/u&gt;&lt;/div&gt;</a:t>
            </a:r>
          </a:p>
          <a:p>
            <a:pPr marL="342900" indent="-342900">
              <a:buFont typeface="+mj-lt"/>
              <a:buAutoNum type="arabicPeriod" startAt="77"/>
            </a:pPr>
            <a:r>
              <a:rPr lang="en-US" sz="1600" dirty="0" smtClean="0"/>
              <a:t>        &lt;div class="skills"&gt;</a:t>
            </a:r>
          </a:p>
          <a:p>
            <a:pPr marL="342900" indent="-342900">
              <a:buFont typeface="+mj-lt"/>
              <a:buAutoNum type="arabicPeriod" startAt="77"/>
            </a:pPr>
            <a:r>
              <a:rPr lang="en-US" sz="1600" dirty="0" smtClean="0"/>
              <a:t>  &lt;div class="box1"&gt;</a:t>
            </a:r>
          </a:p>
          <a:p>
            <a:pPr marL="342900" indent="-342900">
              <a:buFont typeface="+mj-lt"/>
              <a:buAutoNum type="arabicPeriod" startAt="77"/>
            </a:pPr>
            <a:endParaRPr lang="en-US" sz="1600" dirty="0" smtClean="0"/>
          </a:p>
          <a:p>
            <a:pPr marL="342900" indent="-342900">
              <a:buNone/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&lt;</a:t>
            </a:r>
            <a:r>
              <a:rPr lang="en-US" sz="2300" dirty="0" err="1" smtClean="0"/>
              <a:t>i</a:t>
            </a:r>
            <a:r>
              <a:rPr lang="en-US" sz="2300" dirty="0" smtClean="0"/>
              <a:t> class="</a:t>
            </a:r>
            <a:r>
              <a:rPr lang="en-US" sz="2300" dirty="0" err="1" smtClean="0"/>
              <a:t>fa</a:t>
            </a:r>
            <a:r>
              <a:rPr lang="en-US" sz="2300" dirty="0" smtClean="0"/>
              <a:t>-solid </a:t>
            </a:r>
            <a:r>
              <a:rPr lang="en-US" sz="2300" dirty="0" err="1" smtClean="0"/>
              <a:t>fa</a:t>
            </a:r>
            <a:r>
              <a:rPr lang="en-US" sz="2300" dirty="0" smtClean="0"/>
              <a:t>-code"&gt;&lt;/</a:t>
            </a:r>
            <a:r>
              <a:rPr lang="en-US" sz="2300" dirty="0" err="1" smtClean="0"/>
              <a:t>i</a:t>
            </a:r>
            <a:r>
              <a:rPr lang="en-US" sz="2300" dirty="0" smtClean="0"/>
              <a:t>&gt;&lt;</a:t>
            </a:r>
            <a:r>
              <a:rPr lang="en-US" sz="2300" dirty="0" err="1" smtClean="0"/>
              <a:t>br</a:t>
            </a:r>
            <a:r>
              <a:rPr lang="en-US" sz="2300" dirty="0" smtClean="0"/>
              <a:t>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&lt;h3&gt;Front-end Development&lt;/h3&gt;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&lt;p&gt;HTML, CSS, JavaScript&lt;/p&gt;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&lt;/div&gt;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&lt;div class="box1"&gt;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</a:t>
            </a:r>
            <a:r>
              <a:rPr lang="en-US" sz="2300" dirty="0" err="1" smtClean="0"/>
              <a:t>i</a:t>
            </a:r>
            <a:r>
              <a:rPr lang="en-US" sz="2300" dirty="0" smtClean="0"/>
              <a:t> class="</a:t>
            </a:r>
            <a:r>
              <a:rPr lang="en-US" sz="2300" dirty="0" err="1" smtClean="0"/>
              <a:t>fa</a:t>
            </a:r>
            <a:r>
              <a:rPr lang="en-US" sz="2300" dirty="0" smtClean="0"/>
              <a:t>-solid </a:t>
            </a:r>
            <a:r>
              <a:rPr lang="en-US" sz="2300" dirty="0" err="1" smtClean="0"/>
              <a:t>fa</a:t>
            </a:r>
            <a:r>
              <a:rPr lang="en-US" sz="2300" dirty="0" smtClean="0"/>
              <a:t>-server"&gt;&lt;/</a:t>
            </a:r>
            <a:r>
              <a:rPr lang="en-US" sz="2300" dirty="0" err="1" smtClean="0"/>
              <a:t>i</a:t>
            </a:r>
            <a:r>
              <a:rPr lang="en-US" sz="2300" dirty="0" smtClean="0"/>
              <a:t>&gt;&lt;</a:t>
            </a:r>
            <a:r>
              <a:rPr lang="en-US" sz="2300" dirty="0" err="1" smtClean="0"/>
              <a:t>br</a:t>
            </a:r>
            <a:r>
              <a:rPr lang="en-US" sz="2300" dirty="0" smtClean="0"/>
              <a:t>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&lt;h3&gt;Back-end Development&lt;/h3&gt;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&lt;p&gt;Node.js&lt;/p&gt;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&lt;/div&gt;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&lt;/div&gt;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&lt;div class="skills2"&gt;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&lt;div class="box2"&gt;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&lt;span style="font-size: 28px; font-</a:t>
            </a:r>
            <a:r>
              <a:rPr lang="en-US" sz="2300" dirty="0" err="1" smtClean="0"/>
              <a:t>weight:bolder</a:t>
            </a:r>
            <a:r>
              <a:rPr lang="en-US" sz="2300" dirty="0" smtClean="0"/>
              <a:t>; color: #ff007f; padding-top: 12px; padding-bottom: 20px;"&gt; { } &lt;/span&gt;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&lt;h3&gt;Programming Languages&lt;/h3&gt;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&lt;p&gt;HTML, CSS, JavaScript, Python&lt;/p&gt;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&lt;/div&gt;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&lt;div class="box2"&gt;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</a:t>
            </a:r>
            <a:r>
              <a:rPr lang="en-US" sz="2300" dirty="0" err="1" smtClean="0"/>
              <a:t>i</a:t>
            </a:r>
            <a:r>
              <a:rPr lang="en-US" sz="2300" dirty="0" smtClean="0"/>
              <a:t> class="</a:t>
            </a:r>
            <a:r>
              <a:rPr lang="en-US" sz="2300" dirty="0" err="1" smtClean="0"/>
              <a:t>fa</a:t>
            </a:r>
            <a:r>
              <a:rPr lang="en-US" sz="2300" dirty="0" smtClean="0"/>
              <a:t>-solid </a:t>
            </a:r>
            <a:r>
              <a:rPr lang="en-US" sz="2300" dirty="0" err="1" smtClean="0"/>
              <a:t>fa</a:t>
            </a:r>
            <a:r>
              <a:rPr lang="en-US" sz="2300" dirty="0" smtClean="0"/>
              <a:t>-gear"&gt;&lt;/</a:t>
            </a:r>
            <a:r>
              <a:rPr lang="en-US" sz="2300" dirty="0" err="1" smtClean="0"/>
              <a:t>i</a:t>
            </a:r>
            <a:r>
              <a:rPr lang="en-US" sz="2300" dirty="0" smtClean="0"/>
              <a:t>&gt;&lt;</a:t>
            </a:r>
            <a:r>
              <a:rPr lang="en-US" sz="2300" dirty="0" err="1" smtClean="0"/>
              <a:t>br</a:t>
            </a:r>
            <a:r>
              <a:rPr lang="en-US" sz="2300" dirty="0" smtClean="0"/>
              <a:t>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&lt;h3&gt;Tools &amp; Platforms&lt;/h3&gt;</a:t>
            </a:r>
          </a:p>
          <a:p>
            <a:pPr marL="457200" indent="-457200">
              <a:buFont typeface="+mj-lt"/>
              <a:buAutoNum type="arabicPeriod" startAt="81"/>
            </a:pPr>
            <a:r>
              <a:rPr lang="en-US" sz="2300" dirty="0" smtClean="0"/>
              <a:t>                &lt;p&gt;VS code, </a:t>
            </a:r>
            <a:r>
              <a:rPr lang="en-US" sz="2300" dirty="0" err="1" smtClean="0"/>
              <a:t>Git</a:t>
            </a:r>
            <a:r>
              <a:rPr lang="en-US" sz="2300" dirty="0" smtClean="0"/>
              <a:t>&lt;/p&gt;</a:t>
            </a:r>
          </a:p>
          <a:p>
            <a:pPr marL="342900" indent="-342900">
              <a:buFont typeface="+mj-lt"/>
              <a:buAutoNum type="arabicPeriod" startAt="81"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sz="2800" dirty="0" smtClean="0"/>
              <a:t>           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 &lt;/div&gt;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&lt;/div&gt;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&lt;div class="next3"&gt;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 &lt;a </a:t>
            </a:r>
            <a:r>
              <a:rPr lang="en-US" sz="3400" dirty="0" err="1" smtClean="0"/>
              <a:t>href</a:t>
            </a:r>
            <a:r>
              <a:rPr lang="en-US" sz="3400" dirty="0" smtClean="0"/>
              <a:t>="#Projects"&gt;NEXT&lt;/a&gt;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&lt;/div&gt;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&lt;/section&gt;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/>
            </a:r>
            <a:br>
              <a:rPr lang="en-US" sz="3400" dirty="0" smtClean="0"/>
            </a:br>
            <a:r>
              <a:rPr lang="en-US" sz="3400" dirty="0" smtClean="0"/>
              <a:t>    &lt;section class="hero4" id="Projects"&gt;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&lt;div class="part4-1"&gt;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    &lt;u&gt;Projects&lt;/u&gt;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&lt;/div&gt;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&lt;div class="part4-2"&gt;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    &lt;div class="pbox1"&gt;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        &lt;</a:t>
            </a:r>
            <a:r>
              <a:rPr lang="en-US" sz="3400" dirty="0" err="1" smtClean="0"/>
              <a:t>img</a:t>
            </a:r>
            <a:r>
              <a:rPr lang="en-US" sz="3400" dirty="0" smtClean="0"/>
              <a:t> </a:t>
            </a:r>
            <a:r>
              <a:rPr lang="en-US" sz="3400" dirty="0" err="1" smtClean="0"/>
              <a:t>src</a:t>
            </a:r>
            <a:r>
              <a:rPr lang="en-US" sz="3400" dirty="0" smtClean="0"/>
              <a:t>="prj1.PNG" alt="Clothing Store"&gt;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        &lt;div class="pbox1-1"&gt;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            &lt;span&gt;Clothing Store(E-</a:t>
            </a:r>
            <a:r>
              <a:rPr lang="en-US" sz="3400" dirty="0" err="1" smtClean="0"/>
              <a:t>prj</a:t>
            </a:r>
            <a:r>
              <a:rPr lang="en-US" sz="3400" dirty="0" smtClean="0"/>
              <a:t>)&lt;/span&gt;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            &lt;div class="</a:t>
            </a:r>
            <a:r>
              <a:rPr lang="en-US" sz="3400" dirty="0" err="1" smtClean="0"/>
              <a:t>btns</a:t>
            </a:r>
            <a:r>
              <a:rPr lang="en-US" sz="3400" dirty="0" smtClean="0"/>
              <a:t>"&gt;</a:t>
            </a:r>
          </a:p>
          <a:p>
            <a:pPr marL="514350" indent="-514350">
              <a:buFont typeface="+mj-lt"/>
              <a:buAutoNum type="arabicPeriod" startAt="101"/>
            </a:pPr>
            <a:r>
              <a:rPr lang="en-US" sz="3400" dirty="0" smtClean="0"/>
              <a:t>                        &lt;a </a:t>
            </a:r>
            <a:r>
              <a:rPr lang="en-US" sz="3400" dirty="0" err="1" smtClean="0"/>
              <a:t>href</a:t>
            </a:r>
            <a:r>
              <a:rPr lang="en-US" sz="3400" dirty="0" smtClean="0"/>
              <a:t>="https://github.com/kandukuripranavi" target="_blank"&gt;&lt;button&gt;</a:t>
            </a:r>
            <a:r>
              <a:rPr lang="en-US" sz="3400" dirty="0" err="1" smtClean="0"/>
              <a:t>GitHub</a:t>
            </a:r>
            <a:r>
              <a:rPr lang="en-US" sz="3400" dirty="0" smtClean="0"/>
              <a:t>&lt;/button&gt;&lt;/a&gt;                     </a:t>
            </a:r>
            <a:endParaRPr lang="en-US" sz="3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 startAt="118"/>
            </a:pPr>
            <a:r>
              <a:rPr lang="en-US" sz="1600" dirty="0" smtClean="0"/>
              <a:t>&lt;a </a:t>
            </a:r>
            <a:r>
              <a:rPr lang="en-US" sz="1600" dirty="0" err="1" smtClean="0"/>
              <a:t>href</a:t>
            </a:r>
            <a:r>
              <a:rPr lang="en-US" sz="1600" dirty="0" smtClean="0"/>
              <a:t>="https://frabjous-trifle-bada89.netlify.app/" target="_blank"&gt;&lt;button&gt;Demo&lt;/button&gt;&lt;/a&gt;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600" dirty="0" smtClean="0"/>
              <a:t>                    &lt;/div&gt;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600" dirty="0" smtClean="0"/>
              <a:t>                &lt;/div&gt;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600" dirty="0" smtClean="0"/>
              <a:t>            &lt;/div&gt;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600" dirty="0" smtClean="0"/>
              <a:t>            &lt;div class="pbox1"&gt;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600" dirty="0" smtClean="0"/>
              <a:t>                &lt;</a:t>
            </a:r>
            <a:r>
              <a:rPr lang="en-US" sz="1600" dirty="0" err="1" smtClean="0"/>
              <a:t>img</a:t>
            </a:r>
            <a:r>
              <a:rPr lang="en-US" sz="1600" dirty="0" smtClean="0"/>
              <a:t> </a:t>
            </a:r>
            <a:r>
              <a:rPr lang="en-US" sz="1600" dirty="0" err="1" smtClean="0"/>
              <a:t>src</a:t>
            </a:r>
            <a:r>
              <a:rPr lang="en-US" sz="1600" dirty="0" smtClean="0"/>
              <a:t>="Eye.PNG" alt="Clothing Store"&gt;</a:t>
            </a:r>
          </a:p>
          <a:p>
            <a:pPr marL="514350" indent="-514350">
              <a:buFont typeface="+mj-lt"/>
              <a:buAutoNum type="arabicPeriod" startAt="118"/>
            </a:pPr>
            <a:r>
              <a:rPr lang="en-US" sz="2800" dirty="0" smtClean="0"/>
              <a:t>          </a:t>
            </a:r>
            <a:r>
              <a:rPr lang="en-US" sz="1700" dirty="0" smtClean="0"/>
              <a:t> &lt;div class="pbox1-1"&gt;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700" dirty="0" smtClean="0"/>
              <a:t>                    &lt;span&gt;</a:t>
            </a:r>
            <a:r>
              <a:rPr lang="en-US" sz="1700" dirty="0" err="1" smtClean="0"/>
              <a:t>EyeDeep</a:t>
            </a:r>
            <a:r>
              <a:rPr lang="en-US" sz="1700" dirty="0" smtClean="0"/>
              <a:t>-Net&lt;/span&gt;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700" dirty="0" smtClean="0"/>
              <a:t>                    &lt;div class="</a:t>
            </a:r>
            <a:r>
              <a:rPr lang="en-US" sz="1700" dirty="0" err="1" smtClean="0"/>
              <a:t>btns</a:t>
            </a:r>
            <a:r>
              <a:rPr lang="en-US" sz="1700" dirty="0" smtClean="0"/>
              <a:t>"&gt;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700" dirty="0" smtClean="0"/>
              <a:t>                        &lt;a </a:t>
            </a:r>
            <a:r>
              <a:rPr lang="en-US" sz="1700" dirty="0" err="1" smtClean="0"/>
              <a:t>href</a:t>
            </a:r>
            <a:r>
              <a:rPr lang="en-US" sz="1700" dirty="0" smtClean="0"/>
              <a:t>="https://github.com/kandukuripranavi" target="_blank"&gt;&lt;button&gt;</a:t>
            </a:r>
            <a:r>
              <a:rPr lang="en-US" sz="1700" dirty="0" err="1" smtClean="0"/>
              <a:t>GitHub</a:t>
            </a:r>
            <a:r>
              <a:rPr lang="en-US" sz="1700" dirty="0" smtClean="0"/>
              <a:t>&lt;/button&gt;&lt;/a&gt;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700" dirty="0" smtClean="0"/>
              <a:t>                    &lt;/div&gt;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700" dirty="0" smtClean="0"/>
              <a:t>                &lt;/div&gt;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600" dirty="0" smtClean="0"/>
              <a:t>                   &lt;/div&gt;</a:t>
            </a:r>
          </a:p>
          <a:p>
            <a:pPr marL="342900" indent="-342900">
              <a:buFont typeface="+mj-lt"/>
              <a:buAutoNum type="arabicPeriod" startAt="118"/>
            </a:pPr>
            <a:r>
              <a:rPr lang="en-US" sz="1600" dirty="0" smtClean="0"/>
              <a:t>            &lt;div class="pbox1"&gt;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32"/>
            </a:pPr>
            <a:r>
              <a:rPr lang="en-US" sz="2800" dirty="0" smtClean="0"/>
              <a:t>               </a:t>
            </a:r>
            <a:r>
              <a:rPr lang="en-US" sz="1600" dirty="0" smtClean="0"/>
              <a:t> &lt;</a:t>
            </a:r>
            <a:r>
              <a:rPr lang="en-US" sz="1600" dirty="0" err="1" smtClean="0"/>
              <a:t>img</a:t>
            </a:r>
            <a:r>
              <a:rPr lang="en-US" sz="1600" dirty="0" smtClean="0"/>
              <a:t> </a:t>
            </a:r>
            <a:r>
              <a:rPr lang="en-US" sz="1600" dirty="0" err="1" smtClean="0"/>
              <a:t>src</a:t>
            </a:r>
            <a:r>
              <a:rPr lang="en-US" sz="1600" dirty="0" smtClean="0"/>
              <a:t>="</a:t>
            </a:r>
            <a:r>
              <a:rPr lang="en-US" sz="1600" dirty="0" err="1" smtClean="0"/>
              <a:t>UIimg.webp</a:t>
            </a:r>
            <a:r>
              <a:rPr lang="en-US" sz="1600" dirty="0" smtClean="0"/>
              <a:t>" alt="Clothing Store"&gt;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        &lt;div class="pbox1-1"&gt;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            &lt;span&gt;UI PAGES&lt;/span&gt;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 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&lt;div class="</a:t>
            </a:r>
            <a:r>
              <a:rPr lang="en-US" sz="1600" dirty="0" err="1" smtClean="0"/>
              <a:t>btns</a:t>
            </a:r>
            <a:r>
              <a:rPr lang="en-US" sz="1600" dirty="0" smtClean="0"/>
              <a:t>"&gt;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                 &lt;a </a:t>
            </a:r>
            <a:r>
              <a:rPr lang="en-US" sz="1600" dirty="0" err="1" smtClean="0"/>
              <a:t>href</a:t>
            </a:r>
            <a:r>
              <a:rPr lang="en-US" sz="1600" dirty="0" smtClean="0"/>
              <a:t>="https://drive.google.com/file/d/1u2E0X1PQhh-P-poNcPJ-XvnR6NSJDkno/view?usp=drive_link" 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                 target="_blank"&gt;&lt;button&gt;View&lt;/button&gt;&lt;/a&gt;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            &lt;/div&gt;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        &lt;/div&gt;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    &lt;/div&gt;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&lt;/div&gt;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&lt;div class="next4"&gt;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    &lt;a </a:t>
            </a:r>
            <a:r>
              <a:rPr lang="en-US" sz="1600" dirty="0" err="1" smtClean="0"/>
              <a:t>href</a:t>
            </a:r>
            <a:r>
              <a:rPr lang="en-US" sz="1600" dirty="0" smtClean="0"/>
              <a:t>="#contact"&gt;NEXT&lt;/a&gt;</a:t>
            </a:r>
          </a:p>
          <a:p>
            <a:pPr marL="342900" indent="-342900">
              <a:buFont typeface="+mj-lt"/>
              <a:buAutoNum type="arabicPeriod" startAt="132"/>
            </a:pPr>
            <a:r>
              <a:rPr lang="en-US" sz="1600" dirty="0" smtClean="0"/>
              <a:t>        &lt;/div&gt;</a:t>
            </a:r>
          </a:p>
          <a:p>
            <a:pPr marL="342900" indent="-342900">
              <a:buFont typeface="+mj-lt"/>
              <a:buAutoNum type="arabicPeriod" startAt="132"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&lt;/div&gt;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&lt;/section&gt;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&lt;section class="hero5" id="contact"&gt;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&lt;div class="part5-1"&gt;&lt;u&gt;Contact&lt;/u&gt;&lt;/div&gt;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&lt;div class="part5-2"&gt;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&lt;form action="mailto:pranavikandukuri3@gmail.com"&gt;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&lt;div class="</a:t>
            </a:r>
            <a:r>
              <a:rPr lang="en-US" dirty="0" err="1" smtClean="0"/>
              <a:t>Cbox</a:t>
            </a:r>
            <a:r>
              <a:rPr lang="en-US" dirty="0" smtClean="0"/>
              <a:t>"&gt;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    &lt;div class="name"&gt;&lt;u&gt;Contact Me&lt;/u&gt;&lt;/div&gt;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    &lt;div class="</a:t>
            </a:r>
            <a:r>
              <a:rPr lang="en-US" dirty="0" err="1" smtClean="0"/>
              <a:t>det</a:t>
            </a:r>
            <a:r>
              <a:rPr lang="en-US" dirty="0" smtClean="0"/>
              <a:t>"&gt;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        &lt;input type="text" placeholder="Name" required&gt;&lt;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        &lt;input type="text" placeholder="E-mail" required&gt;&lt;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        &lt;</a:t>
            </a:r>
            <a:r>
              <a:rPr lang="en-US" dirty="0" err="1" smtClean="0"/>
              <a:t>textarea</a:t>
            </a:r>
            <a:r>
              <a:rPr lang="en-US" dirty="0" smtClean="0"/>
              <a:t> name="message" cols="30" rows="10" required&gt;&lt;/</a:t>
            </a:r>
            <a:r>
              <a:rPr lang="en-US" dirty="0" err="1" smtClean="0"/>
              <a:t>textarea</a:t>
            </a:r>
            <a:r>
              <a:rPr lang="en-US" dirty="0" smtClean="0"/>
              <a:t>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        &lt;div class="</a:t>
            </a:r>
            <a:r>
              <a:rPr lang="en-US" dirty="0" err="1" smtClean="0"/>
              <a:t>btns</a:t>
            </a:r>
            <a:r>
              <a:rPr lang="en-US" dirty="0" smtClean="0"/>
              <a:t>"&gt;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            &lt;button&gt;Submit&lt;/button&gt;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        &lt;/div&gt;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    &lt;/div&gt;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    &lt;/div&gt;</a:t>
            </a:r>
          </a:p>
          <a:p>
            <a:pPr marL="514350" indent="-514350">
              <a:buFont typeface="+mj-lt"/>
              <a:buAutoNum type="arabicPeriod" startAt="146"/>
            </a:pPr>
            <a:r>
              <a:rPr lang="en-US" dirty="0" smtClean="0"/>
              <a:t>            &lt;/form&gt;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&lt;div class="next5"&gt;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            &lt;a </a:t>
            </a:r>
            <a:r>
              <a:rPr lang="en-US" sz="1600" dirty="0" err="1" smtClean="0"/>
              <a:t>href</a:t>
            </a:r>
            <a:r>
              <a:rPr lang="en-US" sz="1600" dirty="0" smtClean="0"/>
              <a:t>="#back"&gt;HOME&lt;/a&gt;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            &lt;a </a:t>
            </a:r>
            <a:r>
              <a:rPr lang="en-US" sz="1600" dirty="0" err="1" smtClean="0"/>
              <a:t>href</a:t>
            </a:r>
            <a:r>
              <a:rPr lang="en-US" sz="1600" dirty="0" smtClean="0"/>
              <a:t>="#About"&gt;About&lt;/a&gt;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            &lt;a </a:t>
            </a:r>
            <a:r>
              <a:rPr lang="en-US" sz="1600" dirty="0" err="1" smtClean="0"/>
              <a:t>href</a:t>
            </a:r>
            <a:r>
              <a:rPr lang="en-US" sz="1600" dirty="0" smtClean="0"/>
              <a:t>="#Skills"&gt;</a:t>
            </a:r>
            <a:r>
              <a:rPr lang="en-US" sz="1600" dirty="0" err="1" smtClean="0"/>
              <a:t>Skillls</a:t>
            </a:r>
            <a:r>
              <a:rPr lang="en-US" sz="1600" dirty="0" smtClean="0"/>
              <a:t>&lt;/a&gt;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            &lt;a </a:t>
            </a:r>
            <a:r>
              <a:rPr lang="en-US" sz="1600" dirty="0" err="1" smtClean="0"/>
              <a:t>href</a:t>
            </a:r>
            <a:r>
              <a:rPr lang="en-US" sz="1600" dirty="0" smtClean="0"/>
              <a:t>="#Projects"&gt;Projects&lt;/a&gt;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        &lt;/div&gt;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    &lt;/section&gt;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    &lt;footer&gt;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        &lt;p&gt;@2025 </a:t>
            </a:r>
            <a:r>
              <a:rPr lang="en-US" sz="1600" dirty="0" err="1" smtClean="0"/>
              <a:t>kandukuri</a:t>
            </a:r>
            <a:r>
              <a:rPr lang="en-US" sz="1600" dirty="0" smtClean="0"/>
              <a:t> </a:t>
            </a:r>
            <a:r>
              <a:rPr lang="en-US" sz="1600" dirty="0" err="1" smtClean="0"/>
              <a:t>pranavi</a:t>
            </a:r>
            <a:r>
              <a:rPr lang="en-US" sz="1600" dirty="0" smtClean="0"/>
              <a:t>. All rights are reserved.&lt;/p&gt;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    &lt;/footer&gt;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&lt;/body&gt;</a:t>
            </a:r>
          </a:p>
          <a:p>
            <a:pPr marL="342900" indent="-342900">
              <a:buFont typeface="+mj-lt"/>
              <a:buAutoNum type="arabicPeriod" startAt="165"/>
            </a:pPr>
            <a:r>
              <a:rPr lang="en-US" sz="1600" dirty="0" smtClean="0"/>
              <a:t>&lt;/html&gt;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19200"/>
            <a:ext cx="3962400" cy="544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Content Placeholder 13"/>
          <p:cNvSpPr>
            <a:spLocks noGrp="1"/>
          </p:cNvSpPr>
          <p:nvPr>
            <p:ph sz="quarter" idx="2"/>
          </p:nvPr>
        </p:nvSpPr>
        <p:spPr>
          <a:xfrm>
            <a:off x="457200" y="609600"/>
            <a:ext cx="3962400" cy="5750720"/>
          </a:xfrm>
        </p:spPr>
        <p:txBody>
          <a:bodyPr/>
          <a:lstStyle/>
          <a:p>
            <a:r>
              <a:rPr lang="en-US" sz="3200" b="1" u="sng" dirty="0" smtClean="0"/>
              <a:t>Sty.css</a:t>
            </a:r>
            <a:endParaRPr lang="en-US" sz="3200" b="1" u="sng" dirty="0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533400"/>
            <a:ext cx="2286000" cy="610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1600200"/>
            <a:ext cx="1905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381000"/>
            <a:ext cx="31242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381000"/>
            <a:ext cx="2209800" cy="623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00800" y="381000"/>
            <a:ext cx="2438400" cy="611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81000"/>
            <a:ext cx="37338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343400" y="457200"/>
            <a:ext cx="4572000" cy="611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381000"/>
            <a:ext cx="2514601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1800" y="304800"/>
            <a:ext cx="2895600" cy="636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19800" y="228600"/>
            <a:ext cx="29718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457200"/>
            <a:ext cx="25146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1800" y="533400"/>
            <a:ext cx="28194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74684" y="435629"/>
            <a:ext cx="2964516" cy="6193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533400"/>
            <a:ext cx="22098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400" y="304800"/>
            <a:ext cx="2514600" cy="6324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29200" y="381000"/>
            <a:ext cx="1514475" cy="621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29400" y="457200"/>
            <a:ext cx="2362200" cy="607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3811588" cy="659352"/>
          </a:xfrm>
        </p:spPr>
        <p:txBody>
          <a:bodyPr/>
          <a:lstStyle/>
          <a:p>
            <a:r>
              <a:rPr lang="en-US" dirty="0" smtClean="0"/>
              <a:t>                    </a:t>
            </a:r>
            <a:r>
              <a:rPr lang="en-US" u="sng" dirty="0" smtClean="0"/>
              <a:t>Main Page</a:t>
            </a:r>
            <a:endParaRPr lang="en-US" u="sn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3"/>
          </p:nvPr>
        </p:nvSpPr>
        <p:spPr>
          <a:xfrm>
            <a:off x="4648200" y="1905000"/>
            <a:ext cx="4041775" cy="654843"/>
          </a:xfrm>
        </p:spPr>
        <p:txBody>
          <a:bodyPr/>
          <a:lstStyle/>
          <a:p>
            <a:r>
              <a:rPr lang="en-US" dirty="0" smtClean="0"/>
              <a:t>                   </a:t>
            </a:r>
            <a:r>
              <a:rPr lang="en-US" u="sng" dirty="0" smtClean="0"/>
              <a:t>Mobile 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819400"/>
            <a:ext cx="4116388" cy="3540920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2" descr="C:\Users\hello\Desktop\Resume-Prj's\Portfolio\imgs\Mai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971800"/>
            <a:ext cx="5181600" cy="3200401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998982" y="2895600"/>
            <a:ext cx="1925818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4040188" cy="685800"/>
          </a:xfrm>
        </p:spPr>
        <p:txBody>
          <a:bodyPr/>
          <a:lstStyle/>
          <a:p>
            <a:r>
              <a:rPr lang="en-US" dirty="0" smtClean="0"/>
              <a:t>                  </a:t>
            </a:r>
            <a:r>
              <a:rPr lang="en-US" u="sng" dirty="0" smtClean="0"/>
              <a:t>Home Page</a:t>
            </a:r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3"/>
          </p:nvPr>
        </p:nvSpPr>
        <p:spPr>
          <a:xfrm>
            <a:off x="5791200" y="914401"/>
            <a:ext cx="3048000" cy="609600"/>
          </a:xfrm>
        </p:spPr>
        <p:txBody>
          <a:bodyPr/>
          <a:lstStyle/>
          <a:p>
            <a:r>
              <a:rPr lang="en-US" dirty="0" smtClean="0"/>
              <a:t>       </a:t>
            </a:r>
            <a:r>
              <a:rPr lang="en-US" u="sng" dirty="0" smtClean="0"/>
              <a:t>Mobile view</a:t>
            </a:r>
            <a:endParaRPr lang="en-US" u="sng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6" name="Picture 2" descr="C:\Users\hello\Desktop\Resume-Prj's\Portfolio\imgs\Hom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057400"/>
            <a:ext cx="5029200" cy="3200400"/>
          </a:xfrm>
          <a:prstGeom prst="rect">
            <a:avLst/>
          </a:prstGeom>
          <a:noFill/>
        </p:spPr>
      </p:pic>
      <p:pic>
        <p:nvPicPr>
          <p:cNvPr id="2052" name="Picture 4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096000" y="1905000"/>
            <a:ext cx="2362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838200"/>
            <a:ext cx="4192588" cy="762000"/>
          </a:xfrm>
        </p:spPr>
        <p:txBody>
          <a:bodyPr/>
          <a:lstStyle/>
          <a:p>
            <a:r>
              <a:rPr lang="en-US" dirty="0" smtClean="0"/>
              <a:t>                  </a:t>
            </a:r>
            <a:r>
              <a:rPr lang="en-US" u="sng" dirty="0" smtClean="0"/>
              <a:t>About Page</a:t>
            </a:r>
            <a:endParaRPr lang="en-US" u="sn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3"/>
          </p:nvPr>
        </p:nvSpPr>
        <p:spPr>
          <a:xfrm>
            <a:off x="4645025" y="990601"/>
            <a:ext cx="4041775" cy="533400"/>
          </a:xfrm>
        </p:spPr>
        <p:txBody>
          <a:bodyPr/>
          <a:lstStyle/>
          <a:p>
            <a:r>
              <a:rPr lang="en-US" dirty="0" smtClean="0"/>
              <a:t>                     </a:t>
            </a:r>
            <a:r>
              <a:rPr lang="en-US" u="sng" dirty="0" smtClean="0"/>
              <a:t> Mobile view</a:t>
            </a:r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11" name="Picture 2" descr="C:\Users\hello\Desktop\Resume-Prj's\Portfolio\imgs\Abou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819400"/>
            <a:ext cx="5029200" cy="2895600"/>
          </a:xfrm>
          <a:prstGeom prst="rect">
            <a:avLst/>
          </a:prstGeom>
          <a:noFill/>
        </p:spPr>
      </p:pic>
      <p:pic>
        <p:nvPicPr>
          <p:cNvPr id="3076" name="Picture 4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096000" y="2209800"/>
            <a:ext cx="2286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4040188" cy="1143000"/>
          </a:xfrm>
        </p:spPr>
        <p:txBody>
          <a:bodyPr/>
          <a:lstStyle/>
          <a:p>
            <a:r>
              <a:rPr lang="en-US" dirty="0" smtClean="0"/>
              <a:t>                   </a:t>
            </a:r>
            <a:r>
              <a:rPr lang="en-US" u="sng" dirty="0" smtClean="0"/>
              <a:t>Skills Page</a:t>
            </a:r>
            <a:endParaRPr lang="en-US" u="sn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3"/>
          </p:nvPr>
        </p:nvSpPr>
        <p:spPr>
          <a:xfrm>
            <a:off x="4645025" y="761999"/>
            <a:ext cx="4041775" cy="914401"/>
          </a:xfrm>
        </p:spPr>
        <p:txBody>
          <a:bodyPr/>
          <a:lstStyle/>
          <a:p>
            <a:r>
              <a:rPr lang="en-US" dirty="0" smtClean="0"/>
              <a:t>                   </a:t>
            </a:r>
            <a:r>
              <a:rPr lang="en-US" u="sng" dirty="0" smtClean="0"/>
              <a:t>Mobile view</a:t>
            </a:r>
            <a:endParaRPr lang="en-US" u="sng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2" descr="C:\Users\hello\Desktop\Resume-Prj's\Portfolio\imgs\Skill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514600"/>
            <a:ext cx="4953000" cy="2932016"/>
          </a:xfrm>
          <a:prstGeom prst="rect">
            <a:avLst/>
          </a:prstGeom>
          <a:noFill/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867400" y="1752600"/>
            <a:ext cx="2438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4040188" cy="762000"/>
          </a:xfrm>
        </p:spPr>
        <p:txBody>
          <a:bodyPr/>
          <a:lstStyle/>
          <a:p>
            <a:r>
              <a:rPr lang="en-US" dirty="0" smtClean="0"/>
              <a:t>	         </a:t>
            </a:r>
            <a:r>
              <a:rPr lang="en-US" u="sng" dirty="0" smtClean="0"/>
              <a:t>Projects Page</a:t>
            </a:r>
            <a:endParaRPr lang="en-US" u="sng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half" idx="3"/>
          </p:nvPr>
        </p:nvSpPr>
        <p:spPr>
          <a:xfrm>
            <a:off x="4645025" y="762001"/>
            <a:ext cx="4041775" cy="990599"/>
          </a:xfrm>
        </p:spPr>
        <p:txBody>
          <a:bodyPr/>
          <a:lstStyle/>
          <a:p>
            <a:r>
              <a:rPr lang="en-US" dirty="0" smtClean="0"/>
              <a:t>                      </a:t>
            </a:r>
            <a:r>
              <a:rPr lang="en-US" u="sng" dirty="0" smtClean="0"/>
              <a:t>Mobile view</a:t>
            </a:r>
            <a:endParaRPr lang="en-US" u="sng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12" name="Picture 3" descr="C:\Users\hello\Desktop\Resume-Prj's\Portfolio\imgs\Projec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486400" cy="3748950"/>
          </a:xfrm>
          <a:prstGeom prst="rect">
            <a:avLst/>
          </a:prstGeom>
          <a:noFill/>
        </p:spPr>
      </p:pic>
      <p:pic>
        <p:nvPicPr>
          <p:cNvPr id="5124" name="Picture 4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096000" y="1905000"/>
            <a:ext cx="2514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685800"/>
            <a:ext cx="4040188" cy="762000"/>
          </a:xfrm>
        </p:spPr>
        <p:txBody>
          <a:bodyPr/>
          <a:lstStyle/>
          <a:p>
            <a:r>
              <a:rPr lang="en-US" dirty="0" smtClean="0"/>
              <a:t>	           </a:t>
            </a:r>
            <a:r>
              <a:rPr lang="en-US" u="sng" dirty="0" smtClean="0"/>
              <a:t>Contact Page</a:t>
            </a:r>
            <a:endParaRPr lang="en-US" u="sng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half" idx="3"/>
          </p:nvPr>
        </p:nvSpPr>
        <p:spPr>
          <a:xfrm>
            <a:off x="4648200" y="609600"/>
            <a:ext cx="4041775" cy="762000"/>
          </a:xfrm>
        </p:spPr>
        <p:txBody>
          <a:bodyPr/>
          <a:lstStyle/>
          <a:p>
            <a:r>
              <a:rPr lang="en-US" dirty="0" smtClean="0"/>
              <a:t>                       </a:t>
            </a:r>
            <a:r>
              <a:rPr lang="en-US" u="sng" dirty="0" smtClean="0"/>
              <a:t>Mobile view</a:t>
            </a:r>
            <a:endParaRPr lang="en-US" u="sng" dirty="0"/>
          </a:p>
        </p:txBody>
      </p:sp>
      <p:pic>
        <p:nvPicPr>
          <p:cNvPr id="7" name="Picture 3" descr="C:\Users\hello\Desktop\Resume-Prj's\Portfolio\imgs\Contac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752600"/>
            <a:ext cx="5334000" cy="3172660"/>
          </a:xfrm>
          <a:prstGeom prst="rect">
            <a:avLst/>
          </a:prstGeom>
          <a:noFill/>
        </p:spPr>
      </p:pic>
      <p:pic>
        <p:nvPicPr>
          <p:cNvPr id="6148" name="Picture 4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096000" y="1524001"/>
            <a:ext cx="25908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7200" y="5257800"/>
            <a:ext cx="8229600" cy="1066800"/>
          </a:xfrm>
        </p:spPr>
        <p:txBody>
          <a:bodyPr/>
          <a:lstStyle/>
          <a:p>
            <a:r>
              <a:rPr lang="en-US" dirty="0" smtClean="0"/>
              <a:t>       </a:t>
            </a:r>
            <a:r>
              <a:rPr lang="en-US" dirty="0" err="1" smtClean="0"/>
              <a:t>GitHub</a:t>
            </a:r>
            <a:r>
              <a:rPr lang="en-US" dirty="0" smtClean="0"/>
              <a:t>:  </a:t>
            </a:r>
            <a:r>
              <a:rPr lang="en-US" sz="2000" dirty="0" smtClean="0">
                <a:hlinkClick r:id="rId4"/>
              </a:rPr>
              <a:t>https://github.com/kandukuripranavi/Portfolio</a:t>
            </a:r>
            <a:endParaRPr lang="en-US" sz="2000" dirty="0" smtClean="0"/>
          </a:p>
          <a:p>
            <a:r>
              <a:rPr lang="en-US" sz="2000" dirty="0" smtClean="0"/>
              <a:t>        </a:t>
            </a:r>
            <a:r>
              <a:rPr lang="en-US" dirty="0" smtClean="0"/>
              <a:t>Deployment: </a:t>
            </a:r>
            <a:r>
              <a:rPr lang="en-US" sz="2000" dirty="0" smtClean="0">
                <a:hlinkClick r:id="rId5"/>
              </a:rPr>
              <a:t>https://kandukuripranavi.github.io/Portfolio/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4038600"/>
          </a:xfrm>
        </p:spPr>
        <p:txBody>
          <a:bodyPr/>
          <a:lstStyle/>
          <a:p>
            <a:r>
              <a:rPr lang="en-US" dirty="0" smtClean="0"/>
              <a:t> This </a:t>
            </a:r>
            <a:r>
              <a:rPr lang="en-US" b="1" dirty="0" smtClean="0"/>
              <a:t>Portfolio</a:t>
            </a:r>
            <a:r>
              <a:rPr lang="en-US" dirty="0" smtClean="0"/>
              <a:t> demonstrates my </a:t>
            </a:r>
            <a:r>
              <a:rPr lang="en-US" b="1" dirty="0" smtClean="0"/>
              <a:t>expertise in web development</a:t>
            </a:r>
            <a:r>
              <a:rPr lang="en-US" dirty="0" smtClean="0"/>
              <a:t> and design through practical projects.</a:t>
            </a:r>
          </a:p>
          <a:p>
            <a:r>
              <a:rPr lang="en-US" dirty="0" smtClean="0"/>
              <a:t>It highlight my </a:t>
            </a:r>
            <a:r>
              <a:rPr lang="en-US" b="1" dirty="0" smtClean="0"/>
              <a:t>technical skills</a:t>
            </a:r>
            <a:r>
              <a:rPr lang="en-US" dirty="0" smtClean="0"/>
              <a:t>, creativity, and problem-solving abilities, reflecting my commitment to delivering high-quality,</a:t>
            </a:r>
            <a:r>
              <a:rPr lang="en-US" b="1" dirty="0" smtClean="0"/>
              <a:t> innovative solutions</a:t>
            </a:r>
            <a:r>
              <a:rPr lang="en-US" dirty="0" smtClean="0"/>
              <a:t> and my continuous growth as a developer.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114800"/>
          </a:xfrm>
        </p:spPr>
        <p:txBody>
          <a:bodyPr/>
          <a:lstStyle/>
          <a:p>
            <a:r>
              <a:rPr lang="en-US" b="1" dirty="0" smtClean="0"/>
              <a:t>Tools &amp; technologies: </a:t>
            </a:r>
            <a:r>
              <a:rPr lang="en-US" dirty="0" smtClean="0"/>
              <a:t>HTML5, CSS3</a:t>
            </a:r>
          </a:p>
          <a:p>
            <a:r>
              <a:rPr lang="en-US" b="1" dirty="0" smtClean="0"/>
              <a:t>Tutorials: </a:t>
            </a:r>
            <a:r>
              <a:rPr lang="en-US" dirty="0" err="1" smtClean="0"/>
              <a:t>Edunet</a:t>
            </a:r>
            <a:r>
              <a:rPr lang="en-US" dirty="0" smtClean="0"/>
              <a:t> foundation (IBM)</a:t>
            </a:r>
          </a:p>
          <a:p>
            <a:r>
              <a:rPr lang="en-US" b="1" dirty="0" smtClean="0"/>
              <a:t>Images/Icons: </a:t>
            </a:r>
            <a:r>
              <a:rPr lang="en-US" dirty="0" smtClean="0"/>
              <a:t>Google.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425</TotalTime>
  <Words>472</Words>
  <Application>Microsoft Office PowerPoint</Application>
  <PresentationFormat>On-screen Show (4:3)</PresentationFormat>
  <Paragraphs>255</Paragraphs>
  <Slides>31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Flow</vt:lpstr>
      <vt:lpstr>CAPSTONE PROJECT Portfolio Website</vt:lpstr>
      <vt:lpstr>OUTLINE</vt:lpstr>
      <vt:lpstr>Problem statement</vt:lpstr>
      <vt:lpstr>System Approach</vt:lpstr>
      <vt:lpstr>Algorithm &amp; Deployment</vt:lpstr>
      <vt:lpstr>Slide 6</vt:lpstr>
      <vt:lpstr>Result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Output</vt:lpstr>
      <vt:lpstr>Slide 25</vt:lpstr>
      <vt:lpstr>Slide 26</vt:lpstr>
      <vt:lpstr>Slide 27</vt:lpstr>
      <vt:lpstr>Slide 28</vt:lpstr>
      <vt:lpstr>Slide 29</vt:lpstr>
      <vt:lpstr>Conclusion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portfolio Website</dc:title>
  <dc:creator>hello</dc:creator>
  <cp:lastModifiedBy>hello</cp:lastModifiedBy>
  <cp:revision>59</cp:revision>
  <dcterms:created xsi:type="dcterms:W3CDTF">2025-09-23T08:30:16Z</dcterms:created>
  <dcterms:modified xsi:type="dcterms:W3CDTF">2025-09-25T06:57:55Z</dcterms:modified>
</cp:coreProperties>
</file>